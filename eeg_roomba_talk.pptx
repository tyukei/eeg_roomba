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 × ルンバ・データパイプライン  |  Data Engineer向け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49440" y="4956048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Keita Nakata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365F"/>
          </a:solidFill>
          <a:ln w="12700">
            <a:solidFill>
              <a:srgbClr val="1136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548640"/>
            <a:ext cx="1371600" cy="1371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108960"/>
            <a:ext cx="1371600" cy="1371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46720" y="2011680"/>
            <a:ext cx="0" cy="105156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ENGINEERING TALK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10515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脳波で『集中の合間』を見つけて、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48640" y="16276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ルンバに水を運ばせる。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54864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16ch / 250Hz の脳波ストリームを、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3ノードのオンプレ IoT パイプラインで運ぶ話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10972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Keita Nakata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/ Churadata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PiEEG-16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55448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55448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56032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6032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6616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6616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TimescaleDB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57200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なぜ作ったか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集中を邪魔せず、『合間』に水を届けたい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集中しすぎて水分補給を忘れる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・長時間の作業で身体への負担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・自分から立ち上がるのは難しい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・かといって通知だと無視してしまう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緩んだら水を運ばせる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・後頭部の α 波 ＝「リラックス/閉眼」の指標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・集中の合間 (α 優位) を自動検知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・水を載せたルンバが画像認識で運ぶ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今日の本題は「水を運ぶ」より手前 — そのデータをどう運んだか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ここで動画を再生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371600"/>
            <a:ext cx="6766560" cy="3108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4688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3520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 → α 検知 → ルンバ起動 → 水を持って到着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上で α パワーが立ち上がり、状態が idle → active に遷移、Roomba が動き出す流れを見せる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システム全体像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3ノード構成 — Pi-A (取得) / PC (解析・DB・UI) / Pi-B (Roomba)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377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76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Pi-A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5568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" y="21488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PiEEG-16 ADS1299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16ch × 250Hz SPI読込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Outlet 発行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health publish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463040"/>
            <a:ext cx="2377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463040"/>
            <a:ext cx="54864" cy="2103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276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0208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50208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&amp; UI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66160" y="21488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/ feature / decision / api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で α 帯抽出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永続化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(uPlot) WebUI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463040"/>
            <a:ext cx="2377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63040"/>
            <a:ext cx="54864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2763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84848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Pi-B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84848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 BRIDGE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400800" y="21488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FastAPI (Arduino←→Pi)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state publisher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コマンド受信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カメラで人を認識して接近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92608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76072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278892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62356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DCE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864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 → LSL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(高頻度・time-sync が重要)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29184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状態+制御 → MQTT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(retain / QoS / WS bridge)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03504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Roomba → HTTP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(既存 FastAPI 資産活用)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そもそも、どのくらいのデータ?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ボトルネックは「量」ではなく「絶やさず流す」こと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サンプリング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371600"/>
            <a:ext cx="54864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6974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チャンネル数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71600"/>
            <a:ext cx="54864" cy="15544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K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7548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1秒あたりサンプル数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371600"/>
            <a:ext cx="54864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KB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122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生データの転送量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8046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KB/s は LAN 1 Gbps からすると </a:t>
            </a:r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0.0001 %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帯域は支配要因にならない。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問題は </a:t>
            </a:r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「途切れずに、時刻ズレなく、後解析できる形で運ぶ」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こと。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レイテンシ予算: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中央値 &lt; 500ms / p95 &lt; 1s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(SPI 読込 → Welch → MQTT → Roomba ack)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なぜクラウドではなく、オンプレか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1人の被験者・LAN内 PoC ではコストとレイテンシが見合わない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4864" cy="3108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(採用せず)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ランニングコストが利用者数に比例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越えで p95 レイテンシ ≥ 数百 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脳波という個人情報の取扱いが面倒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ユーザのデモにマネージドは過剰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39319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371600"/>
            <a:ext cx="54864" cy="3108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ON-PREM (採用)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46320" y="21031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1 台 + Raspberry Pi 2 台で完結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LAN 内 — 低レイテンシ + brokerless 同然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 Docker Compose で 1 コマンド起動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個人脳波データはホストから出さない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solidFill>
            <a:srgbClr val="DCE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覆す条件: </a:t>
            </a:r>
            <a:pPr algn="ctr"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被験者が複数 / 24×7 運用 / 拠点間集約 → MQTT bridge で IoT Core へ延伸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ストリーミング層の選定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各レイヤを「得意領域」に分けたハイブリッド構成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波形 (250Hz × 16ch)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0" y="14447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/ BCI 業界標準。ns 精度の time-sync、auto discovery、pylsl 数行で publish/subscribe、OpenBCI/MNE と相互運用。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MQTT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状態 (retain) + 制御 (event)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97680" y="263347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標準。retain / last-will / QoS / WebSocket bridge 全部入り。Mosquitto は Pi でも軽い。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 コマンド (既存 FastAPI)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297680" y="38221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Roomba API を活かす。リクエスト数/秒は小さく、新規プロトコルに置換する必然性なし。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480060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「波形は LSL、状態と制御は MQTT、既存資産は HTTP」 — 最小構成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 Kafka でも ZeroMQ でもなかったか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ノード・1 被験者・LAN 内 に最適化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371600"/>
                <a:gridCol w="822960"/>
                <a:gridCol w="173736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選択肢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永続化 / retain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BCI互換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運用コスト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本件に合うか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のみ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○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状態通知が辛い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のみ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△ (自前)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○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 EEG には重い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ZeroMQ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△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 (自前)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 discovery 自前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には割に合わない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○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 overkill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ノードに過剰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+ MQTT  (採用)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各層を得意領域で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Redis Streams は fan-out 数や永続化要件が桁違いに大きい時の道具。本件は fan-out &lt; 10、保存は TimescaleDB に任せる。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MQTT の肝: retain で state / event を分離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「今の状態」と「いま起きたこと」を別トピックに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 (retain = true)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購読開始時に直近値が即取れる → UI 再起動が速い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331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pieeg/health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 は生きてるか / SPI error 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880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control/state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active (decision の現状態)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429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control/threshold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閾値 (UI で書き換え、再起動後も保持)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3977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roomba/state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Pi-B online / busy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280160"/>
            <a:ext cx="54864" cy="3383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492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 (retain = false)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463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流れるイベント。後から拾うのは DB 側の仕事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46320" y="2331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eeg/chunk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46320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生サンプルの chunk (ingest が DB へ COPY)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846320" y="2880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eeg/live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4632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 に間引いた UI 描画用ストリーム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46320" y="3429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eeg/alpha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84632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出力 per ch (1秒窓 / hop 250ms)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846320" y="3977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roomba/cmd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84632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decision_svc の直近送信コマンド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は「ステートストア」の代用 — Redis を1つ減らせる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永続化: TimescaleDB + asyncpg COPY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高頻度 INSERT は破綻する — 一括 COPY に振る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TimescaleDB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の SQL がそのまま使える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hypertable + 圧縮 + retention が宣言的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compress_segmentby='ch' で 5–10× 圧縮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生波形 / 特徴量 / イベントを単一 DB で JOIN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/ pandas / DBeaver どれも標準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54864" cy="3383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は使わない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46320" y="2011680"/>
            <a:ext cx="356616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208483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asyncpg, 4000 行 / 秒を一括
</a:t>
            </a:r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conn.copy_records_to_table(
</a:t>
            </a:r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'eeg_raw',
</a:t>
            </a:r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records=batch,
</a:t>
            </a:r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columns=['ts','ch','val'])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3337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× 4000/s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round-trip 過多で詰まる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なら 1 トランザクションで秒単位 batch 投入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時系列の高頻度書き込みは『1リクエスト=1行』を捨てるところから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状態判定: ヒステリシス + dwell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パワーは揺れる — ナイーブな閾値では Roomba がガタつく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単純な「α &gt; threshold」なら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ノイズで何度も idle⇄active が切り替わる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enter / exit を分け、状態に最低 dwell time を要求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046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power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3703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2331720"/>
            <a:ext cx="5852160" cy="0"/>
          </a:xfrm>
          <a:prstGeom prst="line">
            <a:avLst/>
          </a:prstGeom>
          <a:noFill/>
          <a:ln w="15240">
            <a:solidFill>
              <a:srgbClr val="F96167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178040" y="22128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3200400"/>
            <a:ext cx="5852160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178040" y="3081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0160" y="3611880"/>
            <a:ext cx="274320" cy="-1828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3429000"/>
            <a:ext cx="274320" cy="1828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3611880"/>
            <a:ext cx="274320" cy="-5029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3108960"/>
            <a:ext cx="274320" cy="-4114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2697480"/>
            <a:ext cx="274320" cy="-5029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194560"/>
            <a:ext cx="274320" cy="-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057400"/>
            <a:ext cx="274320" cy="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194560"/>
            <a:ext cx="274320" cy="-9144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103120"/>
            <a:ext cx="274320" cy="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2240280"/>
            <a:ext cx="274320" cy="3657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2606040"/>
            <a:ext cx="274320" cy="5029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108960"/>
            <a:ext cx="274320" cy="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383280"/>
            <a:ext cx="274320" cy="22860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611880"/>
            <a:ext cx="274320" cy="-9144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3520440"/>
            <a:ext cx="274320" cy="-22860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3291840"/>
            <a:ext cx="274320" cy="-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3017520"/>
            <a:ext cx="274320" cy="-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743200"/>
            <a:ext cx="274320" cy="-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468880"/>
            <a:ext cx="274320" cy="-1828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2286000"/>
            <a:ext cx="274320" cy="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423160"/>
            <a:ext cx="274320" cy="22860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1783080"/>
            <a:ext cx="1508760" cy="219456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3703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(dwell 確認後)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16052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160520"/>
            <a:ext cx="54864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297680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078992" y="4160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≥ 数百 ms を経てから遷移 (チャタリング防止)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416052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663440" y="4160520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4297680"/>
            <a:ext cx="274320" cy="27432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521208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閾値は MQTT retain で UI から即時上書き、再起動後も保持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4864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持ち帰ってほしいこと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データエンジニア視点での 3 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9144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プロトコルは「層ごとの得意領域」で割り当てる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105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波形=LSL / 状態+制御=MQTT / 既存資産=HTTP。一つに統一せず、それぞれの標準ツールに乗る方が運用コストは下がる。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9144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5146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の retain は『ステートストア』の代用になる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状態は retain・イベントは非 retain で分けると、UI 復帰が一瞬になり Redis 等を1つ減らせる。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91440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DB は INSERT を捨てて COPY に寄せる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行/秒程度でも 1 行 1 リクエストは破綻する。TimescaleDB + asyncpg copy_records_to_table が現実解。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830"/>
          </a:solidFill>
          <a:ln w="12700">
            <a:solidFill>
              <a:srgbClr val="061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 ·  github.com/KeitaNakata/eeg_roomba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→ α power → Roomba</dc:title>
  <dc:subject>PptxGenJS Presentation</dc:subject>
  <dc:creator>Keita Nakata</dc:creator>
  <cp:lastModifiedBy>Keita Nakata</cp:lastModifiedBy>
  <cp:revision>1</cp:revision>
  <dcterms:created xsi:type="dcterms:W3CDTF">2026-05-13T13:18:05Z</dcterms:created>
  <dcterms:modified xsi:type="dcterms:W3CDTF">2026-05-13T13:18:05Z</dcterms:modified>
</cp:coreProperties>
</file>