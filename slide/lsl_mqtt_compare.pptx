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EA5E9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1016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1397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46304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 §1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ストリーミング層 比較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 LSL + MQTT のハイブリッドなのか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project  ·  2026-05-14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候補5つ の比較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 §1 で検討した代替プロトコル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34440"/>
                <a:gridCol w="1417320"/>
                <a:gridCol w="1234440"/>
                <a:gridCol w="132588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LSL のみ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のみ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ZeroMQ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Kafka/Redis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LSL + MQTT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生EEG 搬送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chunk必要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ns精度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自前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自前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自前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LSL組込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multicast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broker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自前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永続化 / retain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retain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MQTT側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認証 / TLS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自前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MQTT側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BCI ツール互換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pylsl/MNE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要否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必要 Mosquitto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必要 重め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必要 軽量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運用負荷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UI/状態に不便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time-sync再発明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運用が割に合わず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3ノードでoverkill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採用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強い  ·  ○ 可  ·  △ 制限あり  ·  ✕ 非対応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プロトコル役割分担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波形は LSL、状態と制御は MQTT、既存資産は HTTP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743200"/>
                <a:gridCol w="1828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何を運ぶ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生EEG 波形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16ch × 250 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状態 + 制御 + イベント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特徴量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Roomba 駆動コマンド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具体例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(topic / endpoint)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pieeg_16ch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(outlet → inlet)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pieeg/health, control/state,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control/threshold, eeg/chunk,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eeg/alpha, roomba/cmd 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/move /halt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(roomba-state → Roomba)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state=yes / event=no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強み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 time-sync 組込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BCI 事実標準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multicast 自動discovery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 / last-will / QoS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bridge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Mosquitto は Pi でも軽量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既存 Roomba FastAPI 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そのまま活かせる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標準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弱み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 内のみ / 認証なし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永続化なし / WebUI に不向き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Hz の生データ搬送は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非効率 (chunk化必要)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非対応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リクエスト/秒 が増えると不利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覆す条件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前提が変わったら、どのプロトコルに移行するか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29260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トリガ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移行先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越えが必要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(TLS + 認証) / WebRTC DataChannel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LSL は LAN + multicast 前提のため WAN 越え不可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マルチプロデューサで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信頼配信が必要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追加検討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 + offset で順序保証 / fan-out 拡大に強い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計測ノードが 10 台超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PTP time-sync サービスへ移行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LSL 内蔵 sync の精度限界を超える規模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クラウド延伸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bridge → AWS IoT / Azure IoT 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bridge 1 本足すだけで延伸可能 (LSL は LAN 止まり)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学外公開 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複数被験者の長期保管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Mosquitto password + TLS / Postgres SCRAM / OIDC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現状は LAN 内 anonymous 前提のため認証層が必要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LSL + MQTT ハイブリッド</dc:title>
  <dc:subject>PptxGenJS Presentation</dc:subject>
  <dc:creator>eeg_roomba</dc:creator>
  <cp:lastModifiedBy>eeg_roomba</cp:lastModifiedBy>
  <cp:revision>1</cp:revision>
  <dcterms:created xsi:type="dcterms:W3CDTF">2026-05-14T07:26:23Z</dcterms:created>
  <dcterms:modified xsi:type="dcterms:W3CDTF">2026-05-14T07:26:23Z</dcterms:modified>
</cp:coreProperties>
</file>