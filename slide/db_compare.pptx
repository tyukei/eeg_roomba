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EA5E9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1016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1397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46304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 §3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時系列DB 比較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 と類似時系列・分析DBMS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project  ·  2026-05-14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候補4つ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 §3 で検討した代替案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4340" y="128016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4340" y="1280160"/>
            <a:ext cx="73152" cy="3291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" y="1554480"/>
            <a:ext cx="109728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" y="1554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8660" y="1965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/ HDF5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8660" y="269748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時刻命名で書き貯め。pandas/Polars直結。retention とクエリは自前。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37460" y="128016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7460" y="1280160"/>
            <a:ext cx="73152" cy="3291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11780" y="1554480"/>
            <a:ext cx="109728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11780" y="1554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時系列専用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11780" y="1965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11780" y="269748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protocol + Flux/InfluxQL。IoTメトリクス向け。学習コスト + エコシステム断絶。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40580" y="1280160"/>
            <a:ext cx="1965960" cy="329184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40580" y="1280160"/>
            <a:ext cx="73152" cy="329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4900" y="1554480"/>
            <a:ext cx="109728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4900" y="1554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Postgres拡張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4900" y="1965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14900" y="269748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標準SQL + hypertable + 圧縮 + retention 宣言的。異種テーブルをJOIN。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14900" y="4069080"/>
            <a:ext cx="141732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4900" y="4069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43700" y="128016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43700" y="1280160"/>
            <a:ext cx="73152" cy="3291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18020" y="1554480"/>
            <a:ext cx="109728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18020" y="1554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列指向OLAP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18020" y="1965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18020" y="269748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大規模集計とログに強い。圧縮率10–20x。本件規模ではoverkill、運用重い。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総合比較表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本プロジェクトの候補 + 周辺の主要時系列・分析DB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1325880"/>
                <a:gridCol w="1417320"/>
                <a:gridCol w="1417320"/>
                <a:gridCol w="11430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TimescaleDB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InfluxDB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ClickHouse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Parquet+DuckDB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拡張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専用エンジン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列指向 OLAP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ファイル+組込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専用エンジン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クエリ言語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標準 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 / InfluxQL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方言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標準 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拡張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圧縮率 (16ch)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トランザクション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ACID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継続集計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agg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materialized 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運用負荷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得意分野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混合 OLTP+時系列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メトリクス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大規模分析・log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アドホック分析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高頻度 tick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強い  ·  ○ 可  ·  △ 制限あり  ·  ✕ 非対応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ワークロード別の向き不向き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ユースケース → 第一候補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EC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raw + 特徴量 + events を JOIN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12801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1280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異種テーブル + SQL + ACID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56232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56232"/>
            <a:ext cx="54864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8562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1台で IoT メトリクスを書き溜め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185623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18562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/ Timescale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18562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どちらも可。SQL派ならTimescale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32304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432304"/>
            <a:ext cx="54864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4323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 TB級・集計クエリ中心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0" y="2432304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31920" y="24323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0" y="24323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圧縮率と集計スループットが圧倒的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08376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08376"/>
            <a:ext cx="54864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0083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研究データを pandas / Polars で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0" y="300837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30083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Parquet+DuckDB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0" y="300837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ファイルのまま持ち運べる、ゼロ運用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84448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84448"/>
            <a:ext cx="54864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5844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 tick / 数百万 row/s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0" y="358444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31920" y="35844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QuestDB / ClickHouse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0" y="35844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SIMD最適化、ILPで高速ingest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160520"/>
            <a:ext cx="54864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160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サーバ監視メトリクス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0" y="416052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93192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669280" y="4160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+ PromQL + alerting 一式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本プロジェクトでの選定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250Hz × 16ch ≒ 2.7 GB/日 の文脈で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Hz</a:t>
            </a:r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ch</a:t>
            </a:r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≒  </a:t>
            </a:r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GB/日</a:t>
            </a:r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生波形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977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11680"/>
            <a:ext cx="73152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48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採用: </a:t>
            </a:r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520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の SQL がそのまま使える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asyncpg / Grafana / DBeaver 全部標準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hypertable + 圧縮 + retention が宣言的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compress_segmentby='ch' で 16ch を 5–10x 圧縮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異種テーブルを 1 DB に集約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Welch特徴量 + events を JOIN で分析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2011680"/>
            <a:ext cx="3977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011680"/>
            <a:ext cx="73152" cy="2743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148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覆す条件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83480" y="2697480"/>
            <a:ext cx="3520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数日連続で 2.7 GB/日 が辛い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= Parquet + features = TimescaleDB の二段構成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分析が単純な集計のみになる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に移行 (集計スループット重視)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学外公開・複数被験者の長期保管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SCRAM + retention 強化 + 監査ログ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DESIGN.md §3 (TimescaleDB を採用した理由)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時系列DB比較</dc:title>
  <dc:subject>PptxGenJS Presentation</dc:subject>
  <dc:creator>eeg_roomba</dc:creator>
  <cp:lastModifiedBy>eeg_roomba</cp:lastModifiedBy>
  <cp:revision>1</cp:revision>
  <dcterms:created xsi:type="dcterms:W3CDTF">2026-05-14T07:14:25Z</dcterms:created>
  <dcterms:modified xsi:type="dcterms:W3CDTF">2026-05-14T07:14:25Z</dcterms:modified>
</cp:coreProperties>
</file>